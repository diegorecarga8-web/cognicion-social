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Diseño final de la bolsa de JDCEL Bq: el arte que eligió el cliente, montado en la bolsa y visto por todos lados. El frente y el reverso llevan el mismo arte; los dos costados llevan un QR que abre el Instagram de la tienda.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A: el QR queda donde estaba, a 16,5 cm del borde de arriba. Opción B: sube unos 7 cm y queda a 9,6 cm, centrado con el eslogan grande. En las dos, el QR mide 6,4 × 6,4 cm, va en los dos costados y abre instagram.com/jdcelbq_.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A (QR como antes). A la izquierda, la bolsa por delante: el frente y el costado derecho. A la derecha, la misma bolsa por detrás: el reverso, con el mismo arte, y el costado izquierdo, que también lleva el QR. Así, se vea por donde se vea, siempre aparece el eslogan o el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A. Las cuatro caras de la bolsa vistas de frente: el frente (25 × 30 cm), el costado derecho (10 × 30 cm), el reverso, que repite el arte del frente, y el costado izquierdo. Los dos costados llevan el QR a 16,5 cm del borde de arriba. En los costados se ve el pliegue del centro: por ahí se dobla la bolsa cuando se guarda plana.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B (QR más arriba). A la izquierda, la bolsa por delante: el frente y el costado derecho. A la derecha, la misma bolsa por detrás: el reverso, con el mismo arte, y el costado izquierdo, que también lleva el QR. Así, se vea por donde se vea, siempre aparece el eslogan o el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B. Las cuatro caras de la bolsa vistas de frente: el frente (25 × 30 cm), el costado derecho (10 × 30 cm), el reverso, que repite el arte del frente, y el costado izquierdo. Los dos costados llevan el QR a 9,6 cm del borde de arriba, a la altura del eslogan. En los costados se ve el pliegue del centro: por ahí se dobla la bolsa cuando se guarda plana.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QR es real y abre instagram.com/jdcelbq_. Mide 6,4 × 6,4 cm y queda centrado en el costado de 10 cm, con 1,8 cm de aire a cada lado. La línea del centro es el pliegue del costado; con la bolsa abierta queda casi plano. Conviene probarlo impreso antes del tiraje.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A. La bolsa desplegada sobre la mesa, antes de armarla: frente, costado derecho, reverso, costado izquierdo y la pestaña de pegue de 2 cm. Arriba, la boca de 3,6 cm se dobla hacia adentro y refuerza los ojales; abajo, las solapas forman el fondo. Las líneas punteadas son dobleces y las continuas, cortes. El QR va a 16,5 cm del borde de arriba, en los dos costados. Las medidas del troquel las confirma la imprenta.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B. La bolsa desplegada sobre la mesa, antes de armarla: frente, costado derecho, reverso, costado izquierdo y la pestaña de pegue de 2 cm. Arriba, la boca de 3,6 cm se dobla hacia adentro y refuerza los ojales; abajo, las solapas forman el fondo. Las líneas punteadas son dobleces y las continuas, cortes. El QR va a 9,6 cm del borde de arriba, a la altura del eslogan, en los dos costados. Las medidas del troquel las confirma la imprenta.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tinta negra en toda la bolsa. El QR ya abre el Instagram de la tienda; solo falta escoger su altura y probarlo impreso. La imprenta entrega el troquel y sobre él se monta el frente, el reverso y los costados.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sa blanca de JDCEL Bq con el eslogan al frente y el QR en el cos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495" y="0"/>
            <a:ext cx="6172200" cy="6858000"/>
          </a:xfrm>
          <a:prstGeom prst="rect">
            <a:avLst/>
          </a:prstGeom>
        </p:spPr>
      </p:pic>
      <p:pic>
        <p:nvPicPr>
          <p:cNvPr id="3" name="Image 1" descr="JDC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3931920" cy="688482"/>
          </a:xfrm>
          <a:prstGeom prst="rect">
            <a:avLst/>
          </a:prstGeom>
        </p:spPr>
      </p:pic>
      <p:pic>
        <p:nvPicPr>
          <p:cNvPr id="4" name="Image 2" descr="Bq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996074"/>
            <a:ext cx="914400" cy="75258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31520" y="31089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Bolsa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final</a:t>
            </a:r>
            <a:endParaRPr lang="en-US" sz="40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A6A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bendecidos para bendecir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Frente, reverso y costados · 25 × 30 × 10 cm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s bolsas iguales vistas de frente y de costado: en la A el QR va más abajo y en la B más arrib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alturas para el QR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QR va en los dos costados y abre el Instagram de la tienda. Todo lo demás es igual en las dos opciones.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280572" y="616625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Como antes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 a 16,5 cm del borde de arriba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85043" y="616625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Más arriba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 a 9,6 cm del borde de arriba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ción A: la bolsa vista por el frente con el costado derecho y por el reverso con el costado izquier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A: frente y reverso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a 16,5 cm del borde de arriba, en los dos costados. El reverso lleva el mismo arte del frente.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280572" y="616625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y costado derecho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85043" y="616625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Reverso y costado izquierdo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ción A: frente, costado derecho, reverso y costado izquierdo, uno al lado del ot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A: las cuatro caras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cara vista de frente, en el orden en que se le da la vuelta a la bolsa.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089596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× 30 cm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756530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 derecho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× 30 cm · QR a 16,5 cm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23463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 al frente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090396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 izquierdo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× 30 cm · QR a 16,5 cm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ción B: la bolsa vista por el frente con el costado derecho y por el reverso con el costado izquier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B: frente y reverso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a 9,6 cm del borde de arriba, en los dos costados. El reverso lleva el mismo arte del frente.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280572" y="616625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y costado derecho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85043" y="616625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Reverso y costado izquierdo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ción B: frente, costado derecho, reverso y costado izquierdo, uno al lado del ot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B: las cuatro caras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cara vista de frente, en el orden en que se le da la vuelta a la bolsa.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089596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× 30 cm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756530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 derecho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× 30 cm · QR a 9,6 cm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23463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 al frente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090396" y="605317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 izquierdo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× 30 cm · QR a 9,6 cm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s dos costados de cerca: en la opción A el QR va más abajo que en la 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QR del costado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el Instagram de la tienda: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instagram.com/jdcelbq_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 centrado en los dos costados y mide 6,4 × 6,4 cm.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 16,5 cm del borde de arriba.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 9,6 cm, a la altura del eslogan.</a:t>
            </a:r>
            <a:endParaRPr lang="en-US" sz="1500" dirty="0"/>
          </a:p>
        </p:txBody>
      </p:sp>
      <p:pic>
        <p:nvPicPr>
          <p:cNvPr id="5" name="Image 1" descr="Código QR que abre instagram.com/jdcelbq_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834640" y="3429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Pruébalo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Apunta la cámara del celular a este código: es el mismo que va impreso en la bolsa.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749624" y="899138"/>
            <a:ext cx="0" cy="2765991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8" name="Text 4"/>
          <p:cNvSpPr txBox="1"/>
          <p:nvPr/>
        </p:nvSpPr>
        <p:spPr>
          <a:xfrm>
            <a:off x="5762072" y="2163261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 cm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197672" y="4866014"/>
            <a:ext cx="1072869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10" name="Text 6"/>
          <p:cNvSpPr txBox="1"/>
          <p:nvPr/>
        </p:nvSpPr>
        <p:spPr>
          <a:xfrm>
            <a:off x="7185467" y="491173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 cm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71067" y="60379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como antes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416557" y="899138"/>
            <a:ext cx="0" cy="160930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8429005" y="1584917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 cm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864605" y="3709326"/>
            <a:ext cx="1072869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9852400" y="375504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 cm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938000" y="60379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más arriba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Desplegado · opción 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caras en una sola pieza, a escala. Es un troquel de referencia: la imprenta lo ajusta a su máquina.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14600" y="1783080"/>
            <a:ext cx="7900416" cy="4454957"/>
          </a:xfrm>
          <a:custGeom>
            <a:avLst/>
            <a:gdLst/>
            <a:ahLst/>
            <a:cxnLst/>
            <a:rect l="l" t="t" r="r" b="b"/>
            <a:pathLst>
              <a:path w="7900416" h="4454957">
                <a:moveTo>
                  <a:pt x="0" y="0"/>
                </a:moveTo>
                <a:lnTo>
                  <a:pt x="7680960" y="0"/>
                </a:lnTo>
                <a:lnTo>
                  <a:pt x="7680960" y="395021"/>
                </a:lnTo>
                <a:lnTo>
                  <a:pt x="7900416" y="504749"/>
                </a:lnTo>
                <a:lnTo>
                  <a:pt x="7900416" y="3577133"/>
                </a:lnTo>
                <a:lnTo>
                  <a:pt x="7680960" y="3686861"/>
                </a:lnTo>
                <a:lnTo>
                  <a:pt x="7680960" y="4235501"/>
                </a:lnTo>
                <a:lnTo>
                  <a:pt x="6583680" y="4235501"/>
                </a:lnTo>
                <a:lnTo>
                  <a:pt x="6583680" y="4454957"/>
                </a:lnTo>
                <a:lnTo>
                  <a:pt x="3840480" y="4454957"/>
                </a:lnTo>
                <a:lnTo>
                  <a:pt x="3840480" y="4235501"/>
                </a:lnTo>
                <a:lnTo>
                  <a:pt x="2743200" y="4235501"/>
                </a:lnTo>
                <a:lnTo>
                  <a:pt x="2743200" y="4454957"/>
                </a:lnTo>
                <a:lnTo>
                  <a:pt x="0" y="4454957"/>
                </a:lnTo>
                <a:close/>
              </a:path>
            </a:pathLst>
          </a:custGeom>
          <a:solidFill>
            <a:srgbClr val="EDEDED"/>
          </a:solidFill>
          <a:ln/>
        </p:spPr>
      </p:sp>
      <p:sp>
        <p:nvSpPr>
          <p:cNvPr id="5" name="Shape 3"/>
          <p:cNvSpPr/>
          <p:nvPr/>
        </p:nvSpPr>
        <p:spPr>
          <a:xfrm>
            <a:off x="2514600" y="2178101"/>
            <a:ext cx="7680960" cy="3291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Arte del f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178101"/>
            <a:ext cx="2743200" cy="3291840"/>
          </a:xfrm>
          <a:prstGeom prst="rect">
            <a:avLst/>
          </a:prstGeom>
        </p:spPr>
      </p:pic>
      <p:pic>
        <p:nvPicPr>
          <p:cNvPr id="7" name="Image 1" descr="Arte del reverso (igual al frent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78101"/>
            <a:ext cx="2743200" cy="3291840"/>
          </a:xfrm>
          <a:prstGeom prst="rect">
            <a:avLst/>
          </a:prstGeom>
        </p:spPr>
      </p:pic>
      <p:pic>
        <p:nvPicPr>
          <p:cNvPr id="8" name="Image 2" descr="QR que abre instagram.com/jdcelbq_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310" y="3988613"/>
            <a:ext cx="702259" cy="702259"/>
          </a:xfrm>
          <a:prstGeom prst="rect">
            <a:avLst/>
          </a:prstGeom>
        </p:spPr>
      </p:pic>
      <p:pic>
        <p:nvPicPr>
          <p:cNvPr id="9" name="Image 3" descr="QR que abre instagram.com/jdcelbq_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0" y="3988613"/>
            <a:ext cx="702259" cy="702259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514600" y="2178101"/>
            <a:ext cx="768096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1" name="Shape 5"/>
          <p:cNvSpPr/>
          <p:nvPr/>
        </p:nvSpPr>
        <p:spPr>
          <a:xfrm>
            <a:off x="2514600" y="5469941"/>
            <a:ext cx="768096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2" name="Shape 6"/>
          <p:cNvSpPr/>
          <p:nvPr/>
        </p:nvSpPr>
        <p:spPr>
          <a:xfrm>
            <a:off x="525780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3" name="Shape 7"/>
          <p:cNvSpPr/>
          <p:nvPr/>
        </p:nvSpPr>
        <p:spPr>
          <a:xfrm>
            <a:off x="635508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4" name="Shape 8"/>
          <p:cNvSpPr/>
          <p:nvPr/>
        </p:nvSpPr>
        <p:spPr>
          <a:xfrm>
            <a:off x="909828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5" name="Shape 9"/>
          <p:cNvSpPr/>
          <p:nvPr/>
        </p:nvSpPr>
        <p:spPr>
          <a:xfrm>
            <a:off x="10195560" y="2178101"/>
            <a:ext cx="0" cy="32918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6" name="Shape 10"/>
          <p:cNvSpPr/>
          <p:nvPr/>
        </p:nvSpPr>
        <p:spPr>
          <a:xfrm>
            <a:off x="580644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7" name="Shape 11"/>
          <p:cNvSpPr/>
          <p:nvPr/>
        </p:nvSpPr>
        <p:spPr>
          <a:xfrm flipH="1">
            <a:off x="525780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580644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964692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 flipH="1">
            <a:off x="909828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964692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2514600" y="1783080"/>
            <a:ext cx="7900416" cy="4454957"/>
          </a:xfrm>
          <a:custGeom>
            <a:avLst/>
            <a:gdLst/>
            <a:ahLst/>
            <a:cxnLst/>
            <a:rect l="l" t="t" r="r" b="b"/>
            <a:pathLst>
              <a:path w="7900416" h="4454957">
                <a:moveTo>
                  <a:pt x="0" y="0"/>
                </a:moveTo>
                <a:lnTo>
                  <a:pt x="7680960" y="0"/>
                </a:lnTo>
                <a:lnTo>
                  <a:pt x="7680960" y="395021"/>
                </a:lnTo>
                <a:lnTo>
                  <a:pt x="7900416" y="504749"/>
                </a:lnTo>
                <a:lnTo>
                  <a:pt x="7900416" y="3577133"/>
                </a:lnTo>
                <a:lnTo>
                  <a:pt x="7680960" y="3686861"/>
                </a:lnTo>
                <a:lnTo>
                  <a:pt x="7680960" y="4235501"/>
                </a:lnTo>
                <a:lnTo>
                  <a:pt x="6583680" y="4235501"/>
                </a:lnTo>
                <a:lnTo>
                  <a:pt x="6583680" y="4454957"/>
                </a:lnTo>
                <a:lnTo>
                  <a:pt x="3840480" y="4454957"/>
                </a:lnTo>
                <a:lnTo>
                  <a:pt x="3840480" y="4235501"/>
                </a:lnTo>
                <a:lnTo>
                  <a:pt x="2743200" y="4235501"/>
                </a:lnTo>
                <a:lnTo>
                  <a:pt x="2743200" y="4454957"/>
                </a:lnTo>
                <a:lnTo>
                  <a:pt x="0" y="4454957"/>
                </a:lnTo>
                <a:close/>
              </a:path>
            </a:pathLst>
          </a:custGeom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257800" y="5469941"/>
            <a:ext cx="0" cy="5486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55080" y="5469941"/>
            <a:ext cx="0" cy="5486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098280" y="5469941"/>
            <a:ext cx="0" cy="5486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343046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43046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330598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330598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183526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183526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171078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171078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451592" y="2178101"/>
            <a:ext cx="329184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0034626" y="3988613"/>
            <a:ext cx="746150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034626" y="4690872"/>
            <a:ext cx="746150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707624" y="2178101"/>
            <a:ext cx="0" cy="1810512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38" name="Text 32"/>
          <p:cNvSpPr txBox="1"/>
          <p:nvPr/>
        </p:nvSpPr>
        <p:spPr>
          <a:xfrm>
            <a:off x="10780776" y="2964485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 cm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10707624" y="3988613"/>
            <a:ext cx="0" cy="702259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40" name="Text 34"/>
          <p:cNvSpPr txBox="1"/>
          <p:nvPr/>
        </p:nvSpPr>
        <p:spPr>
          <a:xfrm>
            <a:off x="10780776" y="422087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 6,4 cm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2514600" y="1362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cm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5257800" y="13624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cm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355080" y="1362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cm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9098280" y="13624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cm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0085832" y="15453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cm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14400" y="187086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 </a:t>
            </a:r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 cm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914400" y="371429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</a:t>
            </a:r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 cm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914400" y="574426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</a:t>
            </a:r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 cm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2514600" y="6512357"/>
            <a:ext cx="29260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2898648" y="6402629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3493008" y="6512357"/>
            <a:ext cx="292608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52" name="Text 46"/>
          <p:cNvSpPr txBox="1"/>
          <p:nvPr/>
        </p:nvSpPr>
        <p:spPr>
          <a:xfrm>
            <a:off x="3877056" y="6402629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Doblez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4599432" y="6420917"/>
            <a:ext cx="219456" cy="18288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4946904" y="6402629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por dentro: boca, fondo y pestaña de pegue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8147304" y="6457493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8439912" y="6402629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Ojales del cordón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Desplegado · opción 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caras en una sola pieza, a escala. Es un troquel de referencia: la imprenta lo ajusta a su máquina.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14600" y="1783080"/>
            <a:ext cx="7900416" cy="4454957"/>
          </a:xfrm>
          <a:custGeom>
            <a:avLst/>
            <a:gdLst/>
            <a:ahLst/>
            <a:cxnLst/>
            <a:rect l="l" t="t" r="r" b="b"/>
            <a:pathLst>
              <a:path w="7900416" h="4454957">
                <a:moveTo>
                  <a:pt x="0" y="0"/>
                </a:moveTo>
                <a:lnTo>
                  <a:pt x="7680960" y="0"/>
                </a:lnTo>
                <a:lnTo>
                  <a:pt x="7680960" y="395021"/>
                </a:lnTo>
                <a:lnTo>
                  <a:pt x="7900416" y="504749"/>
                </a:lnTo>
                <a:lnTo>
                  <a:pt x="7900416" y="3577133"/>
                </a:lnTo>
                <a:lnTo>
                  <a:pt x="7680960" y="3686861"/>
                </a:lnTo>
                <a:lnTo>
                  <a:pt x="7680960" y="4235501"/>
                </a:lnTo>
                <a:lnTo>
                  <a:pt x="6583680" y="4235501"/>
                </a:lnTo>
                <a:lnTo>
                  <a:pt x="6583680" y="4454957"/>
                </a:lnTo>
                <a:lnTo>
                  <a:pt x="3840480" y="4454957"/>
                </a:lnTo>
                <a:lnTo>
                  <a:pt x="3840480" y="4235501"/>
                </a:lnTo>
                <a:lnTo>
                  <a:pt x="2743200" y="4235501"/>
                </a:lnTo>
                <a:lnTo>
                  <a:pt x="2743200" y="4454957"/>
                </a:lnTo>
                <a:lnTo>
                  <a:pt x="0" y="4454957"/>
                </a:lnTo>
                <a:close/>
              </a:path>
            </a:pathLst>
          </a:custGeom>
          <a:solidFill>
            <a:srgbClr val="EDEDED"/>
          </a:solidFill>
          <a:ln/>
        </p:spPr>
      </p:sp>
      <p:sp>
        <p:nvSpPr>
          <p:cNvPr id="5" name="Shape 3"/>
          <p:cNvSpPr/>
          <p:nvPr/>
        </p:nvSpPr>
        <p:spPr>
          <a:xfrm>
            <a:off x="2514600" y="2178101"/>
            <a:ext cx="7680960" cy="3291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Arte del f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178101"/>
            <a:ext cx="2743200" cy="3291840"/>
          </a:xfrm>
          <a:prstGeom prst="rect">
            <a:avLst/>
          </a:prstGeom>
        </p:spPr>
      </p:pic>
      <p:pic>
        <p:nvPicPr>
          <p:cNvPr id="7" name="Image 1" descr="Arte del reverso (igual al frent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78101"/>
            <a:ext cx="2743200" cy="3291840"/>
          </a:xfrm>
          <a:prstGeom prst="rect">
            <a:avLst/>
          </a:prstGeom>
        </p:spPr>
      </p:pic>
      <p:pic>
        <p:nvPicPr>
          <p:cNvPr id="8" name="Image 2" descr="QR que abre instagram.com/jdcelbq_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310" y="3231490"/>
            <a:ext cx="702259" cy="702259"/>
          </a:xfrm>
          <a:prstGeom prst="rect">
            <a:avLst/>
          </a:prstGeom>
        </p:spPr>
      </p:pic>
      <p:pic>
        <p:nvPicPr>
          <p:cNvPr id="9" name="Image 3" descr="QR que abre instagram.com/jdcelbq_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0" y="3231490"/>
            <a:ext cx="702259" cy="702259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514600" y="2178101"/>
            <a:ext cx="768096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1" name="Shape 5"/>
          <p:cNvSpPr/>
          <p:nvPr/>
        </p:nvSpPr>
        <p:spPr>
          <a:xfrm>
            <a:off x="2514600" y="5469941"/>
            <a:ext cx="768096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2" name="Shape 6"/>
          <p:cNvSpPr/>
          <p:nvPr/>
        </p:nvSpPr>
        <p:spPr>
          <a:xfrm>
            <a:off x="525780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3" name="Shape 7"/>
          <p:cNvSpPr/>
          <p:nvPr/>
        </p:nvSpPr>
        <p:spPr>
          <a:xfrm>
            <a:off x="635508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4" name="Shape 8"/>
          <p:cNvSpPr/>
          <p:nvPr/>
        </p:nvSpPr>
        <p:spPr>
          <a:xfrm>
            <a:off x="909828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5" name="Shape 9"/>
          <p:cNvSpPr/>
          <p:nvPr/>
        </p:nvSpPr>
        <p:spPr>
          <a:xfrm>
            <a:off x="10195560" y="2178101"/>
            <a:ext cx="0" cy="32918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6" name="Shape 10"/>
          <p:cNvSpPr/>
          <p:nvPr/>
        </p:nvSpPr>
        <p:spPr>
          <a:xfrm>
            <a:off x="580644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7" name="Shape 11"/>
          <p:cNvSpPr/>
          <p:nvPr/>
        </p:nvSpPr>
        <p:spPr>
          <a:xfrm flipH="1">
            <a:off x="525780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580644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9646920" y="1783080"/>
            <a:ext cx="0" cy="3686861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 flipH="1">
            <a:off x="909828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9646920" y="4921301"/>
            <a:ext cx="54864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2514600" y="1783080"/>
            <a:ext cx="7900416" cy="4454957"/>
          </a:xfrm>
          <a:custGeom>
            <a:avLst/>
            <a:gdLst/>
            <a:ahLst/>
            <a:cxnLst/>
            <a:rect l="l" t="t" r="r" b="b"/>
            <a:pathLst>
              <a:path w="7900416" h="4454957">
                <a:moveTo>
                  <a:pt x="0" y="0"/>
                </a:moveTo>
                <a:lnTo>
                  <a:pt x="7680960" y="0"/>
                </a:lnTo>
                <a:lnTo>
                  <a:pt x="7680960" y="395021"/>
                </a:lnTo>
                <a:lnTo>
                  <a:pt x="7900416" y="504749"/>
                </a:lnTo>
                <a:lnTo>
                  <a:pt x="7900416" y="3577133"/>
                </a:lnTo>
                <a:lnTo>
                  <a:pt x="7680960" y="3686861"/>
                </a:lnTo>
                <a:lnTo>
                  <a:pt x="7680960" y="4235501"/>
                </a:lnTo>
                <a:lnTo>
                  <a:pt x="6583680" y="4235501"/>
                </a:lnTo>
                <a:lnTo>
                  <a:pt x="6583680" y="4454957"/>
                </a:lnTo>
                <a:lnTo>
                  <a:pt x="3840480" y="4454957"/>
                </a:lnTo>
                <a:lnTo>
                  <a:pt x="3840480" y="4235501"/>
                </a:lnTo>
                <a:lnTo>
                  <a:pt x="2743200" y="4235501"/>
                </a:lnTo>
                <a:lnTo>
                  <a:pt x="2743200" y="4454957"/>
                </a:lnTo>
                <a:lnTo>
                  <a:pt x="0" y="4454957"/>
                </a:lnTo>
                <a:close/>
              </a:path>
            </a:pathLst>
          </a:custGeom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257800" y="5469941"/>
            <a:ext cx="0" cy="5486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55080" y="5469941"/>
            <a:ext cx="0" cy="5486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098280" y="5469941"/>
            <a:ext cx="0" cy="5486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343046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43046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330598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330598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183526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183526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171078" y="2315261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171078" y="1942186"/>
            <a:ext cx="98755" cy="98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451592" y="2178101"/>
            <a:ext cx="329184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0034626" y="3231490"/>
            <a:ext cx="746150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034626" y="3933749"/>
            <a:ext cx="746150" cy="0"/>
          </a:xfrm>
          <a:prstGeom prst="line">
            <a:avLst/>
          </a:prstGeom>
          <a:noFill/>
          <a:ln w="6350">
            <a:solidFill>
              <a:srgbClr val="9A9A9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707624" y="2178101"/>
            <a:ext cx="0" cy="1053389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38" name="Text 32"/>
          <p:cNvSpPr txBox="1"/>
          <p:nvPr/>
        </p:nvSpPr>
        <p:spPr>
          <a:xfrm>
            <a:off x="10780776" y="258592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 cm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10707624" y="3231490"/>
            <a:ext cx="0" cy="702259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40" name="Text 34"/>
          <p:cNvSpPr txBox="1"/>
          <p:nvPr/>
        </p:nvSpPr>
        <p:spPr>
          <a:xfrm>
            <a:off x="10780776" y="3463747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 6,4 cm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2514600" y="1362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cm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5257800" y="13624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cm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355080" y="1362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cm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9098280" y="13624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cm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0085832" y="15453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cm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14400" y="187086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 </a:t>
            </a:r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 cm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914400" y="371429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</a:t>
            </a:r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 cm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914400" y="574426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</a:t>
            </a:r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 cm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2514600" y="6512357"/>
            <a:ext cx="29260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2898648" y="6402629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3493008" y="6512357"/>
            <a:ext cx="292608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dash"/>
          </a:ln>
        </p:spPr>
      </p:sp>
      <p:sp>
        <p:nvSpPr>
          <p:cNvPr id="52" name="Text 46"/>
          <p:cNvSpPr txBox="1"/>
          <p:nvPr/>
        </p:nvSpPr>
        <p:spPr>
          <a:xfrm>
            <a:off x="3877056" y="6402629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Doblez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4599432" y="6420917"/>
            <a:ext cx="219456" cy="18288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4946904" y="6402629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por dentro: boca, fondo y pestaña de pegue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8147304" y="6457493"/>
            <a:ext cx="109728" cy="1097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8439912" y="6402629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Ojales del cordón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producirla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 </a:t>
            </a:r>
            <a:pPr indent="0" marL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× 30 × 10 cm: ancho, alto y fuelle.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 </a:t>
            </a:r>
            <a:pPr indent="0" marL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Propalcote o cartulina esmaltada de 250 g con laminado mate.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  </a:t>
            </a:r>
            <a:pPr indent="0" marL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tinta negra: el mismo arte en el frente y en el reverso, y el QR en los dos costados.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Manijas  </a:t>
            </a:r>
            <a:pPr indent="0" marL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Cordón negro con ojales metálicos.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PASOS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212140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la altura del QR: A (16,5 cm) o B (9,6 cm).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3429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353872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a la imprenta su troquel y montar el arte con las medidas del desplegado.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846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49560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Imprimir una prueba y escanear el QR con varios celulares antes del tiraje.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JDCEL Bq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Bolsa, diseño final</dc:title>
  <dc:subject>PptxGenJS Presentation</dc:subject>
  <dc:creator>PptxGenJS</dc:creator>
  <cp:lastModifiedBy>PptxGenJS</cp:lastModifiedBy>
  <cp:revision>1</cp:revision>
  <dcterms:created xsi:type="dcterms:W3CDTF">2026-09-26T23:33:41Z</dcterms:created>
  <dcterms:modified xsi:type="dcterms:W3CDTF">2026-09-26T23:33:41Z</dcterms:modified>
</cp:coreProperties>
</file>