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ronda: cinco propuestas a partir de la bolsa de referencia que envió el cliente, en negro y blanco y con el logo de JDCEL Bq. El monograma JJ es una aproximación: en producción va el logo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referencia que envió el cliente tomamos la estructura, no el dibujo: el símbolo de la marca en gigante y recortado, dos colores y el logo pequeño abajo. La «S» de la referencia es de otra marca, así que no se copia.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blancas (11, 12 y 13) llevan cordón blanco como la bolsa de referencia; las negras (14 y 15), cordón negro.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Monograma gigante. La traducción más directa de la referencia: el símbolo de la marca (el JJ) ocupa casi toda la cara y se sale por arriba. Una tinta negra sobre blanco; cordón blanco como en la foto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JJ en cinta. Las dos J del monograma redibujadas como cintas de grosor parejo, con curvas concéntricas: toma el lenguaje de franjas y curvas de la referencia, pero con la letra de la marca. Una tinta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 en franjas. Franjas paralelas como en la referencia, organizadas en forma de cruz latina. En el centro queda una cruz fina en blanco. Una tinta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Señal. Los arcos de la señal de wifi en gigante, recortados por los bordes. Conecta con el negocio (celulares) y con el eslogan (bendecir es compartir). Blanco sobre cartulina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Bq gigante. La parte manuscrita del logo (Bq) en gigante, recortada por los bordes: las curvas de la letra hacen el papel de las franjas de la referencia. Blanco sobre cartulina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troquel lo entrega la imprenta: sobre él se monta el frente, los fuelles, el reverso y la base. Los frentes están en arte-frente/ (SVG) y en canva/ (para editar en Canva).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negra de la propuesta Señal, colgando sobre fondo gr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495" y="0"/>
            <a:ext cx="6172200" cy="6858000"/>
          </a:xfrm>
          <a:prstGeom prst="rect">
            <a:avLst/>
          </a:prstGeom>
        </p:spPr>
      </p:pic>
      <p:pic>
        <p:nvPicPr>
          <p:cNvPr id="3" name="Image 1" descr="JDC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3931920" cy="688482"/>
          </a:xfrm>
          <a:prstGeom prst="rect">
            <a:avLst/>
          </a:prstGeom>
        </p:spPr>
      </p:pic>
      <p:pic>
        <p:nvPicPr>
          <p:cNvPr id="4" name="Image 2" descr="Bq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996074"/>
            <a:ext cx="914400" cy="75258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31520" y="31089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bolsa · ronda 2</a:t>
            </a:r>
            <a:endParaRPr lang="en-US" sz="40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A6A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bendecidos para bendecir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ideas a partir de la referencia · frente de 25 × 30 cm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blanca de la propuesta JJ en cinta, colgando sobre fondo gr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495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referencia,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nuestra manera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57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símbolo en grande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514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monograma, la cruz o la señal ocupan casi toda la cara y se salen por los bordes.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colores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886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del naranja de la referencia, negro y blanco: la paleta de JDCEL.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00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logo abajo, con aire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5257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JDCEL Bq y el eslogan pequeños y centrados, en una franja limpia.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propuestas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bolsas blancas y dos negras, todas con el logo abajo como en la referencia.</a:t>
            </a:r>
            <a:endParaRPr lang="en-US" sz="1400" dirty="0"/>
          </a:p>
        </p:txBody>
      </p:sp>
      <p:pic>
        <p:nvPicPr>
          <p:cNvPr id="4" name="Image 0" descr="Propuesta 11: Monograma gig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148" y="2423160"/>
            <a:ext cx="2057400" cy="2679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5148" y="5157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Monograma gigante</a:t>
            </a:r>
            <a:endParaRPr lang="en-US" sz="1100" dirty="0"/>
          </a:p>
        </p:txBody>
      </p:sp>
      <p:pic>
        <p:nvPicPr>
          <p:cNvPr id="6" name="Image 1" descr="Propuesta 12: JJ en ci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48" y="2423160"/>
            <a:ext cx="2057400" cy="2679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81148" y="5157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JJ en cinta</a:t>
            </a:r>
            <a:endParaRPr lang="en-US" sz="1100" dirty="0"/>
          </a:p>
        </p:txBody>
      </p:sp>
      <p:pic>
        <p:nvPicPr>
          <p:cNvPr id="8" name="Image 2" descr="Propuesta 13: Cruz en franj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148" y="2423160"/>
            <a:ext cx="2057400" cy="26791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67148" y="5157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 en franjas</a:t>
            </a:r>
            <a:endParaRPr lang="en-US" sz="1100" dirty="0"/>
          </a:p>
        </p:txBody>
      </p:sp>
      <p:pic>
        <p:nvPicPr>
          <p:cNvPr id="10" name="Image 3" descr="Propuesta 14: Señ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48" y="2423160"/>
            <a:ext cx="2057400" cy="267919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53148" y="5157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1100" dirty="0"/>
          </a:p>
        </p:txBody>
      </p:sp>
      <p:pic>
        <p:nvPicPr>
          <p:cNvPr id="12" name="Image 4" descr="Propuesta 15: Bq giga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148" y="2423160"/>
            <a:ext cx="2057400" cy="267919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639148" y="5157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 gigante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de la propuesta Monograma gig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720840" y="640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720840" y="932688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Monograma gigante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720840" y="1828800"/>
            <a:ext cx="4922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monograma de la marca en gigante y recortado por los bordes, como el símbolo de la referencia. Abajo, el logo pequeño y con aire.</a:t>
            </a:r>
            <a:endParaRPr lang="en-US" sz="1500" dirty="0"/>
          </a:p>
        </p:txBody>
      </p:sp>
      <p:pic>
        <p:nvPicPr>
          <p:cNvPr id="6" name="Image 1" descr="Arte del frente de la propuesta Monograma giga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440"/>
            <a:ext cx="20574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3520440"/>
            <a:ext cx="205740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20840" y="6062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del frente · 25 × 30 cm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352044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3767328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4416552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9144000" y="4663440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tinta negra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5312664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5559552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blanco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de la propuesta JJ en ci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495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JJ en cinta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4922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 del logo dibujada como una cinta gruesa, dos veces y una dentro de la otra. Tiene las curvas amplias de la referencia.</a:t>
            </a:r>
            <a:endParaRPr lang="en-US" sz="1500" dirty="0"/>
          </a:p>
        </p:txBody>
      </p:sp>
      <p:pic>
        <p:nvPicPr>
          <p:cNvPr id="6" name="Image 1" descr="Arte del frente de la propuesta JJ en ci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20574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520440"/>
            <a:ext cx="205740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6062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del frente · 25 × 30 cm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971800" y="352044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2971800" y="3767328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4416552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971800" y="4663440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tinta negra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5312664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5559552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blanco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de la propuesta Cruz en franj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720840" y="640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720840" y="932688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Cruz en franjas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720840" y="1828800"/>
            <a:ext cx="4922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cruz latina hecha de franjas: las líneas corren de lado a lado y bajan formando curvas en U, con una cruz fina en el centro.</a:t>
            </a:r>
            <a:endParaRPr lang="en-US" sz="1500" dirty="0"/>
          </a:p>
        </p:txBody>
      </p:sp>
      <p:pic>
        <p:nvPicPr>
          <p:cNvPr id="6" name="Image 1" descr="Arte del frente de la propuesta Cruz en franj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440"/>
            <a:ext cx="20574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3520440"/>
            <a:ext cx="205740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20840" y="6062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del frente · 25 × 30 cm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352044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3767328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4416552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9144000" y="4663440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tinta negra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5312664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5559552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blanco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de la propuesta Señ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495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4922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de wifi en gigante, en blanco sobre la bolsa negra. Dice «celulares» al instante y también habla de una bendición que se comparte.</a:t>
            </a:r>
            <a:endParaRPr lang="en-US" sz="1500" dirty="0"/>
          </a:p>
        </p:txBody>
      </p:sp>
      <p:pic>
        <p:nvPicPr>
          <p:cNvPr id="6" name="Image 1" descr="Arte del frente de la propuesta Señ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20574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520440"/>
            <a:ext cx="205740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6062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del frente · 25 × 30 cm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971800" y="352044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2971800" y="3767328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4416552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971800" y="4663440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Blanco: serigrafía o hot stamping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5312664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5559552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negro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de la propuesta Bq gig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72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720840" y="64008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720840" y="932688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Bq gigante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720840" y="1828800"/>
            <a:ext cx="4922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«Bq» del logo en caligrafía gigante, recortada por los bordes. Es la más elegante de la ronda: parece de tienda de moda.</a:t>
            </a:r>
            <a:endParaRPr lang="en-US" sz="1500" dirty="0"/>
          </a:p>
        </p:txBody>
      </p:sp>
      <p:pic>
        <p:nvPicPr>
          <p:cNvPr id="6" name="Image 1" descr="Arte del frente de la propuesta Bq giga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440"/>
            <a:ext cx="20574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3520440"/>
            <a:ext cx="205740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20840" y="6062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del frente · 25 × 30 cm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352044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3767328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4416552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9144000" y="4663440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Blanco: serigrafía o hot stamping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5312664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5559552"/>
            <a:ext cx="2499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negro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producirla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× 30 × 10 cm para el celular en su caja; 18 × 22 × 8 cm para accesorios.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Propalcote o cartulina esmaltada de 250 g con laminado mate. En las negras, cartulina negra en masa.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negro o blanco; cinta de gorgorán para una versión más elegante.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49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3–4 cm de arriba se doblan hacia adentro: ahí no va nada importante.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1214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una o dos propuestas con el cliente.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538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el logo original y los datos reales: número, @, dirección y QR.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846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956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a la imprenta su troquel y cotizar con la técnica elegida.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JDCEL Bq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Propuestas de bolsa, ronda 2</dc:title>
  <dc:subject>PptxGenJS Presentation</dc:subject>
  <dc:creator>PptxGenJS</dc:creator>
  <cp:lastModifiedBy>PptxGenJS</cp:lastModifiedBy>
  <cp:revision>1</cp:revision>
  <dcterms:created xsi:type="dcterms:W3CDTF">2026-09-26T21:18:05Z</dcterms:created>
  <dcterms:modified xsi:type="dcterms:W3CDTF">2026-09-26T21:18:05Z</dcterms:modified>
</cp:coreProperties>
</file>