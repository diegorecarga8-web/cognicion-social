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Propuestas de bolsa para JDCEL Bq, todas en negro y blanco. El monograma JJ de las imágenes es una aproximación hecha con tipografía: en producción va el logo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ocho primeras son el frente de la bolsa; la 09 es un reverso que se combina con cualquiera. El monograma JJ de las imágenes es aproximado.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Corona. Evolución de la propuesta original: en vez del rostro completo, solo la corona de espinas en relieve seco alrededor del monograma. El logo manda, el molde del relieve es más pequeño (más barato) y el símbolo funciona para cualquier creyente. Impresión: relieve seco (golpe seco) y logo en negro mate u hot stamping negro.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Pantalla. La bolsa imita la pantalla de bloqueo de un celular. El monograma ocupa el lugar del reloj, el eslogan el de la fecha, y los botones de linterna y cámara se vuelven WhatsApp e Instagram. Es la más memorable y dice «celulares» sin escribirlo. Impresión: blanco sobre cartulina negra (serigrafía o hot stamping blanco). Cordón blanco.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Resplandor. Rayos alrededor del monograma: luz y señal a la vez. Una sola tinta negra, la opción más económica y la que mejor se ve de lejos.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Cruz en el celular. La silueta de un celular partida por una cruz en el espacio blanco; la cruz se descubre en una segunda mirada. Una tinta negra; los fuelles van negros para dar contraste.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Luz y sombra. El monograma, el nombre y el eslogan cambian de color al cruzar la línea del centro. Idea de fondo: la luz en la oscuridad (Juan 1:5). Una tinta negra; la mitad negra es un fondo impreso.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Monograma. Bolsa negra con un patrón de monogramas y cruces en barniz UV brillante sobre laminado mate: solo aparece cuando le pega la luz. En el centro, una etiqueta blanca con el logo. Es de las más costosas por el barniz.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Tipográfico. El eslogan es el protagonista, con la cita de Génesis 12:2 («te bendeciré… y serás bendición»), de donde viene «bendecidos para bendecir». El QR va en el fuelle. Una tinta negra.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Sello. Sello circular en blanco con el eslogan alrededor del monograma. El mismo sello sirve de sticker para cerrar bolsas y cajas, así el empaque completo se ve igual. Impresión en blanco sobre negro.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Reverso. La cara de atrás sirve para cualquier propuesta. Los datos entre corchetes son de ejemplo: hay que poner el número, el @ y la dirección reales, y generar el QR con un enlace wa.me al número de la tienda.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Baja: una tinta. Media: blanco sobre cartulina negra. Alta: relieve seco o barniz UV, que necesitan molde o capa aparte. Es una referencia para elegir; los costos los confirma la imprenta.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troquel lo entrega la imprenta: sobre él se monta el frente, los fuelles, el reverso y la base. Los frentes están en arte-frente/ (SVG) y en canva/ (para editar en Canva).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image" Target="../media/image-2-6.jpg"/><Relationship Id="rId7" Type="http://schemas.openxmlformats.org/officeDocument/2006/relationships/image" Target="../media/image-2-7.jpg"/><Relationship Id="rId8" Type="http://schemas.openxmlformats.org/officeDocument/2006/relationships/image" Target="../media/image-2-8.jpg"/><Relationship Id="rId9" Type="http://schemas.openxmlformats.org/officeDocument/2006/relationships/image" Target="../media/image-2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lsa negra de la propuesta Panta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9495" y="0"/>
            <a:ext cx="6172200" cy="6858000"/>
          </a:xfrm>
          <a:prstGeom prst="rect">
            <a:avLst/>
          </a:prstGeom>
        </p:spPr>
      </p:pic>
      <p:pic>
        <p:nvPicPr>
          <p:cNvPr id="3" name="Image 1" descr="JDC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3931920" cy="688482"/>
          </a:xfrm>
          <a:prstGeom prst="rect">
            <a:avLst/>
          </a:prstGeom>
        </p:spPr>
      </p:pic>
      <p:pic>
        <p:nvPicPr>
          <p:cNvPr id="4" name="Image 2" descr="Bq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280" y="1996074"/>
            <a:ext cx="914400" cy="752589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731520" y="310896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Propuestas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bolsa</a:t>
            </a:r>
            <a:endParaRPr lang="en-US" sz="4000" dirty="0"/>
          </a:p>
        </p:txBody>
      </p:sp>
      <p:sp>
        <p:nvSpPr>
          <p:cNvPr id="6" name="Text 1"/>
          <p:cNvSpPr txBox="1"/>
          <p:nvPr/>
        </p:nvSpPr>
        <p:spPr>
          <a:xfrm>
            <a:off x="731520" y="45720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A6A6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bendecidos para bendecir</a:t>
            </a:r>
            <a:endParaRPr lang="en-US" sz="2000" dirty="0"/>
          </a:p>
        </p:txBody>
      </p:sp>
      <p:sp>
        <p:nvSpPr>
          <p:cNvPr id="7" name="Text 2"/>
          <p:cNvSpPr txBox="1"/>
          <p:nvPr/>
        </p:nvSpPr>
        <p:spPr>
          <a:xfrm>
            <a:off x="731520" y="5989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ideas en negro y blanco · frente de 25 × 30 cm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Nueve propuestas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en negro y blanco, con el nombre y el eslogan de la marca.</a:t>
            </a:r>
            <a:endParaRPr lang="en-US" sz="1400" dirty="0"/>
          </a:p>
        </p:txBody>
      </p:sp>
      <p:pic>
        <p:nvPicPr>
          <p:cNvPr id="4" name="Image 0" descr="Propuesta 01: Coro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964" y="1508760"/>
            <a:ext cx="1548994" cy="2011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08964" y="3575304"/>
            <a:ext cx="1914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Corona</a:t>
            </a:r>
            <a:endParaRPr lang="en-US" sz="1100" dirty="0"/>
          </a:p>
        </p:txBody>
      </p:sp>
      <p:pic>
        <p:nvPicPr>
          <p:cNvPr id="6" name="Image 1" descr="Propuesta 02: Panta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157" y="1508760"/>
            <a:ext cx="1548994" cy="20116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315157" y="3575304"/>
            <a:ext cx="1914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</a:t>
            </a:r>
            <a:endParaRPr lang="en-US" sz="1100" dirty="0"/>
          </a:p>
        </p:txBody>
      </p:sp>
      <p:pic>
        <p:nvPicPr>
          <p:cNvPr id="8" name="Image 2" descr="Propuesta 03: Respland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351" y="1508760"/>
            <a:ext cx="1548994" cy="2011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21351" y="3575304"/>
            <a:ext cx="1914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Resplandor</a:t>
            </a:r>
            <a:endParaRPr lang="en-US" sz="1100" dirty="0"/>
          </a:p>
        </p:txBody>
      </p:sp>
      <p:pic>
        <p:nvPicPr>
          <p:cNvPr id="10" name="Image 3" descr="Propuesta 04: Cruz en el celul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7544" y="1508760"/>
            <a:ext cx="1548994" cy="20116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327544" y="3575304"/>
            <a:ext cx="1914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Cruz en el celular</a:t>
            </a:r>
            <a:endParaRPr lang="en-US" sz="1100" dirty="0"/>
          </a:p>
        </p:txBody>
      </p:sp>
      <p:pic>
        <p:nvPicPr>
          <p:cNvPr id="12" name="Image 4" descr="Propuesta 05: Luz y somb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3738" y="1508760"/>
            <a:ext cx="1548994" cy="20116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9333738" y="3575304"/>
            <a:ext cx="1914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Luz y sombra</a:t>
            </a:r>
            <a:endParaRPr lang="en-US" sz="1100" dirty="0"/>
          </a:p>
        </p:txBody>
      </p:sp>
      <p:pic>
        <p:nvPicPr>
          <p:cNvPr id="14" name="Image 5" descr="Propuesta 06: Monogram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2060" y="4069080"/>
            <a:ext cx="1548994" cy="20116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2312060" y="6135624"/>
            <a:ext cx="1914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Monograma</a:t>
            </a:r>
            <a:endParaRPr lang="en-US" sz="1100" dirty="0"/>
          </a:p>
        </p:txBody>
      </p:sp>
      <p:pic>
        <p:nvPicPr>
          <p:cNvPr id="16" name="Image 6" descr="Propuesta 07: Tipográfic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8254" y="4069080"/>
            <a:ext cx="1548994" cy="20116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4318254" y="6135624"/>
            <a:ext cx="1914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Tipográfico</a:t>
            </a:r>
            <a:endParaRPr lang="en-US" sz="1100" dirty="0"/>
          </a:p>
        </p:txBody>
      </p:sp>
      <p:pic>
        <p:nvPicPr>
          <p:cNvPr id="18" name="Image 7" descr="Propuesta 08: Sell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4448" y="4069080"/>
            <a:ext cx="1548994" cy="20116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6324448" y="6135624"/>
            <a:ext cx="1914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Sello</a:t>
            </a:r>
            <a:endParaRPr lang="en-US" sz="1100" dirty="0"/>
          </a:p>
        </p:txBody>
      </p:sp>
      <p:pic>
        <p:nvPicPr>
          <p:cNvPr id="20" name="Image 8" descr="Propuesta 09: Revers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0641" y="4069080"/>
            <a:ext cx="1548994" cy="20116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8330641" y="6135624"/>
            <a:ext cx="1914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lsa de la propuesta Coro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1722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720840" y="64008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01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720840" y="932688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Corona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6720840" y="1828800"/>
            <a:ext cx="49222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 original, depurada: queda solo la corona de espinas en relieve, rodeando el monograma. Se ve elegante, no le quita protagonismo al logo y el molde del relieve es pequeño.</a:t>
            </a:r>
            <a:endParaRPr lang="en-US" sz="1500" dirty="0"/>
          </a:p>
        </p:txBody>
      </p:sp>
      <p:pic>
        <p:nvPicPr>
          <p:cNvPr id="6" name="Image 1" descr="Arte del frente de la propuesta Coron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520440"/>
            <a:ext cx="2057400" cy="2468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20840" y="3520440"/>
            <a:ext cx="2057400" cy="24688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720840" y="60624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 del frente · 25 × 30 cm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9144000" y="3520440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9144000" y="3767328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Blanca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144000" y="4416552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IMPRESIÓN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9144000" y="4663440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Relieve seco en la corona y logo en negro mate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5312664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MANIJAS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0" y="5559552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Cordón negro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lsa de la propuesta Panta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9495" y="0"/>
            <a:ext cx="61722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02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32688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Pantalla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49222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bolsa es un celular bloqueado: el monograma hace de reloj, el eslogan de fecha, llega una notificación de JDCEL y WhatsApp e Instagram son los botones.</a:t>
            </a:r>
            <a:endParaRPr lang="en-US" sz="1500" dirty="0"/>
          </a:p>
        </p:txBody>
      </p:sp>
      <p:pic>
        <p:nvPicPr>
          <p:cNvPr id="6" name="Image 1" descr="Arte del frente de la propuesta Panta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520440"/>
            <a:ext cx="2057400" cy="2468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3520440"/>
            <a:ext cx="2057400" cy="24688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60624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 del frente · 25 × 30 cm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971800" y="3520440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2971800" y="3767328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Negra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971800" y="4416552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IMPRESIÓN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2971800" y="4663440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Blanco: serigrafía o hot stamping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2971800" y="5312664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MANIJAS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2971800" y="5559552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Cordón blanco, como un cable de cargador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lsa de la propuesta Resplan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1722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720840" y="64008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03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720840" y="932688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Resplandor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6720840" y="1828800"/>
            <a:ext cx="49222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Rayos alrededor del monograma que se leen como luz y como señal. Es la más económica de imprimir y la que mejor se reconoce de lejos.</a:t>
            </a:r>
            <a:endParaRPr lang="en-US" sz="1500" dirty="0"/>
          </a:p>
        </p:txBody>
      </p:sp>
      <p:pic>
        <p:nvPicPr>
          <p:cNvPr id="6" name="Image 1" descr="Arte del frente de la propuesta Respland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520440"/>
            <a:ext cx="2057400" cy="2468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20840" y="3520440"/>
            <a:ext cx="2057400" cy="24688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720840" y="60624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 del frente · 25 × 30 cm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9144000" y="3520440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9144000" y="3767328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Blanca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144000" y="4416552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IMPRESIÓN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9144000" y="4663440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tinta negra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5312664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MANIJAS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0" y="5559552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Cordón negro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lsa de la propuesta Cruz en el celul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9495" y="0"/>
            <a:ext cx="61722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04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32688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Cruz en el celular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49222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silueta de un celular partida por una cruz blanca. La cruz está en el espacio vacío, así que se descubre en una segunda mirada.</a:t>
            </a:r>
            <a:endParaRPr lang="en-US" sz="1500" dirty="0"/>
          </a:p>
        </p:txBody>
      </p:sp>
      <p:pic>
        <p:nvPicPr>
          <p:cNvPr id="6" name="Image 1" descr="Arte del frente de la propuesta Cruz en el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520440"/>
            <a:ext cx="2057400" cy="2468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3520440"/>
            <a:ext cx="2057400" cy="24688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60624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 del frente · 25 × 30 cm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971800" y="3520440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2971800" y="3767328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Blanca con fuelles negros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971800" y="4416552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IMPRESIÓN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2971800" y="4663440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tinta negra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2971800" y="5312664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MANIJAS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2971800" y="5559552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Cordón negro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lsa de la propuesta Luz y som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1722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720840" y="64008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05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720840" y="932688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Luz y sombra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6720840" y="1828800"/>
            <a:ext cx="49222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bolsa es mitad negra y mitad blanca, y todo cambia de color al cruzar la línea del centro: la luz en medio de la oscuridad (Juan 1:5).</a:t>
            </a:r>
            <a:endParaRPr lang="en-US" sz="1500" dirty="0"/>
          </a:p>
        </p:txBody>
      </p:sp>
      <p:pic>
        <p:nvPicPr>
          <p:cNvPr id="6" name="Image 1" descr="Arte del frente de la propuesta Luz y som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520440"/>
            <a:ext cx="2057400" cy="2468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20840" y="3520440"/>
            <a:ext cx="2057400" cy="24688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720840" y="60624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 del frente · 25 × 30 cm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9144000" y="3520440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9144000" y="3767328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Mitad negra y mitad blanca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144000" y="4416552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IMPRESIÓN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9144000" y="4663440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tinta negra (la mitad negra es fondo)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5312664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MANIJAS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0" y="5559552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Cordón negro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lsa de la propuesta Monogr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9495" y="0"/>
            <a:ext cx="61722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06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32688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Monograma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49222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patrón de monogramas y cruces que solo aparece cuando le pega la luz, con una etiqueta blanca que lleva el logo. Estilo de marca de lujo.</a:t>
            </a:r>
            <a:endParaRPr lang="en-US" sz="1500" dirty="0"/>
          </a:p>
        </p:txBody>
      </p:sp>
      <p:pic>
        <p:nvPicPr>
          <p:cNvPr id="6" name="Image 1" descr="Arte del frente de la propuesta Monogr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520440"/>
            <a:ext cx="2057400" cy="2468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3520440"/>
            <a:ext cx="2057400" cy="24688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60624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 del frente · 25 × 30 cm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971800" y="3520440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2971800" y="3767328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Negra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971800" y="4416552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IMPRESIÓN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2971800" y="4663440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Barniz UV brillante sobre laminado mate y etiqueta blanca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2971800" y="5312664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MANIJAS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2971800" y="5559552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Cordón negro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lsa de la propuesta Tipográf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1722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720840" y="64008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07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720840" y="932688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Tipográfico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6720840" y="1828800"/>
            <a:ext cx="49222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eslogan es el protagonista, con la cita de Génesis 12:2, el versículo del que sale «bendecidos para bendecir». El QR va en el costado.</a:t>
            </a:r>
            <a:endParaRPr lang="en-US" sz="1500" dirty="0"/>
          </a:p>
        </p:txBody>
      </p:sp>
      <p:pic>
        <p:nvPicPr>
          <p:cNvPr id="6" name="Image 1" descr="Arte del frente de la propuesta Tipográfic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520440"/>
            <a:ext cx="2057400" cy="2468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20840" y="3520440"/>
            <a:ext cx="2057400" cy="24688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720840" y="60624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 del frente · 25 × 30 cm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9144000" y="3520440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9144000" y="3767328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Blanca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144000" y="4416552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IMPRESIÓN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9144000" y="4663440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tinta negra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5312664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MANIJAS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0" y="5559552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Cordón negro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lsa de la propuesta Se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9495" y="0"/>
            <a:ext cx="61722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08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32688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49222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sello circular con el eslogan alrededor del monograma. El mismo sello sirve de sticker para cerrar bolsas y cajas.</a:t>
            </a:r>
            <a:endParaRPr lang="en-US" sz="1500" dirty="0"/>
          </a:p>
        </p:txBody>
      </p:sp>
      <p:pic>
        <p:nvPicPr>
          <p:cNvPr id="6" name="Image 1" descr="Arte del frente de la propuesta Sell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520440"/>
            <a:ext cx="2057400" cy="2468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3520440"/>
            <a:ext cx="2057400" cy="24688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60624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 del frente · 25 × 30 cm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971800" y="3520440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2971800" y="3767328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Negra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971800" y="4416552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IMPRESIÓN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2971800" y="4663440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Blanco: serigrafía o hot stamping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2971800" y="5312664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MANIJAS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2971800" y="5559552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Cordón negro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lsa de la propuesta Rever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1722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720840" y="64008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09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720840" y="932688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Reverso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6720840" y="1828800"/>
            <a:ext cx="49222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cara de atrás, para combinar con cualquier propuesta: WhatsApp, Instagram, dirección y un QR que abre el chat de la tienda.</a:t>
            </a:r>
            <a:endParaRPr lang="en-US" sz="1500" dirty="0"/>
          </a:p>
        </p:txBody>
      </p:sp>
      <p:pic>
        <p:nvPicPr>
          <p:cNvPr id="6" name="Image 1" descr="Arte del frente de la propuesta Rever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520440"/>
            <a:ext cx="2057400" cy="2468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20840" y="3520440"/>
            <a:ext cx="2057400" cy="24688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720840" y="60624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 del frente · 25 × 30 cm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9144000" y="3520440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9144000" y="3767328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Blanca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144000" y="4416552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IMPRESIÓN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9144000" y="4663440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tinta negra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5312664"/>
            <a:ext cx="2499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MANIJAS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0" y="5559552"/>
            <a:ext cx="2499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de la propuesta elegida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Referencia rápida</a:t>
            </a:r>
            <a:endParaRPr lang="en-US" sz="3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103120"/>
                <a:gridCol w="2103120"/>
                <a:gridCol w="4876495"/>
                <a:gridCol w="14630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Propuesta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Bolsa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Complejidad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Corona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Relieve seco en la corona y logo en negro mate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Pantalla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Blanco: serigrafía o hot stamping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Resplandor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tinta negra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Cruz en el celular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Blanca, fuelles negros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tinta negra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Luz y sombra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Negra y blanca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tinta negra (la mitad negra es fondo)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Monograma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Barniz UV brillante sobre laminado mate y etiqueta blanca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Tipográfico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tinta negra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Blanco: serigrafía o hot stamping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Reverso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tinta negra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Complejidad = pasos de impresión y acabados. A más complejidad, normalmente más costo; la imprenta confirma precios.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producirla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PRODUCCIÓN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Tamaño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 × 30 × 10 cm para el celular en su caja; 18 × 22 × 8 cm para accesorios.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Propalcote o cartulina esmaltada de 250 g con laminado mate. En las negras, cartulina negra en masa.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Manijas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Cordón negro o blanco; cinta de gorgorán para una versión más elegante.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3492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Boca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3–4 cm de arriba se doblan hacia adentro: ahí no va nada importante.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SIGUIENTES PASOS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0116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2121408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una o dos propuestas con el cliente.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4290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538728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el logo original y los datos reales: número, @, dirección y QR.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48463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4956048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Pedir a la imprenta su troquel y cotizar con la técnica elegida.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JDCEL Bq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JDCEL Bq · Propuestas de bolsa</dc:title>
  <dc:subject>PptxGenJS Presentation</dc:subject>
  <dc:creator>PptxGenJS</dc:creator>
  <cp:lastModifiedBy>PptxGenJS</cp:lastModifiedBy>
  <cp:revision>1</cp:revision>
  <dcterms:created xsi:type="dcterms:W3CDTF">2026-09-26T20:59:03Z</dcterms:created>
  <dcterms:modified xsi:type="dcterms:W3CDTF">2026-09-26T20:59:03Z</dcterms:modified>
</cp:coreProperties>
</file>