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Monograma gigante. El monograma de la marca en gigante y recortado por los bordes, como el símbolo de la referencia. Una tinta negra;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JJ en cinta. La J del logo dibujada como una cinta gruesa, dos veces y una dentro de la otra, con curvas como las de la referencia. Una tinta negra;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Cruz en franjas. Una cruz latina hecha de franjas: las líneas corren de lado a lado y bajan formando curvas en U. Una tinta negra;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Señal. La señal de wifi en gigante, en blanco sobre la bolsa negra: dice «celulares» y también una bendición que se comparte. Blanco sobre cartulina negra; cordón negro.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Bq gigante. La «Bq» del logo en caligrafía gigante, recortada por los bordes. Blanco sobre cartulina negra; cordón negro.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3.png"/><Relationship Id="rId5" Type="http://schemas.openxmlformats.org/officeDocument/2006/relationships/image" Target="../media/image9.svg"/><Relationship Id="rId6" Type="http://schemas.openxmlformats.org/officeDocument/2006/relationships/image" Target="../media/image5.png"/><Relationship Id="rId7" Type="http://schemas.openxmlformats.org/officeDocument/2006/relationships/image" Target="../media/image10.sv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3.png"/><Relationship Id="rId5" Type="http://schemas.openxmlformats.org/officeDocument/2006/relationships/image" Target="../media/image13.svg"/><Relationship Id="rId6" Type="http://schemas.openxmlformats.org/officeDocument/2006/relationships/image" Target="../media/image5.png"/><Relationship Id="rId7" Type="http://schemas.openxmlformats.org/officeDocument/2006/relationships/image" Target="../media/image14.sv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17.png"/><Relationship Id="rId5" Type="http://schemas.openxmlformats.org/officeDocument/2006/relationships/image" Target="../media/image23.svg"/><Relationship Id="rId6" Type="http://schemas.openxmlformats.org/officeDocument/2006/relationships/image" Target="../media/image19.png"/><Relationship Id="rId7" Type="http://schemas.openxmlformats.org/officeDocument/2006/relationships/image" Target="../media/image24.svg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Monograma gigante (recortado)" descr="Monograma gigante (recortad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800" y="-126000"/>
            <a:ext cx="5788458" cy="777564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111111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J en cinta" descr="JJ en cint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8424000" cy="817182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111111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ruz en franjas" descr="Cruz en franja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9252000" cy="82440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111111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ñal (wifi)" descr="Señal (wifi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9252000" cy="82080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FFFFFF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q gigante (recortada)" descr="Bq gigante (recortada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9252000" cy="88236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FFFFFF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propuestas de bolsa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