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000000" cy="10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06 · Monograma. Patrón de JJ y cruces en barniz UV brillante sobre laminado mate negro (aquí en gris solo para verlo). Etiqueta blanca impresa con el logo.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atrón JJ + cruces (barniz UV)" descr="Patrón JJ + cruces (barniz UV)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8000" y="-18000"/>
            <a:ext cx="9036000" cy="10773000"/>
          </a:xfrm>
          <a:prstGeom prst="rect">
            <a:avLst/>
          </a:prstGeom>
        </p:spPr>
      </p:pic>
      <p:grpSp>
        <p:nvGrpSpPr>
          <p:cNvPr id="3" name="Etiqueta"/>
          <p:cNvGrpSpPr/>
          <p:nvPr/>
        </p:nvGrpSpPr>
        <p:grpSpPr>
          <a:xfrm>
            <a:off x="2088000" y="3816000"/>
            <a:ext cx="4824000" cy="3168000"/>
            <a:chOff x="2088000" y="3816000"/>
            <a:chExt cx="4824000" cy="3168000"/>
          </a:xfrm>
        </p:grpSpPr>
        <p:sp>
          <p:nvSpPr>
            <p:cNvPr id="4" name="Etiqueta"/>
            <p:cNvSpPr/>
            <p:nvPr/>
          </p:nvSpPr>
          <p:spPr>
            <a:xfrm>
              <a:off x="2088000" y="3816000"/>
              <a:ext cx="4824000" cy="316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Filete"/>
            <p:cNvSpPr/>
            <p:nvPr/>
          </p:nvSpPr>
          <p:spPr>
            <a:xfrm>
              <a:off x="2223000" y="3951000"/>
              <a:ext cx="4554000" cy="2898000"/>
            </a:xfrm>
            <a:prstGeom prst="rect">
              <a:avLst/>
            </a:prstGeom>
            <a:noFill/>
            <a:ln w="21600">
              <a:solidFill>
                <a:srgbClr val="11111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6" name="Logo · JDCEL" descr="Logo · JDCEL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574900" y="4572000"/>
              <a:ext cx="3852900" cy="676800"/>
            </a:xfrm>
            <a:prstGeom prst="rect">
              <a:avLst/>
            </a:prstGeom>
          </p:spPr>
        </p:pic>
        <p:pic>
          <p:nvPicPr>
            <p:cNvPr id="7" name="Logo · Bq" descr="Logo · Bq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124694" y="5433696"/>
              <a:ext cx="785346" cy="647064"/>
            </a:xfrm>
            <a:prstGeom prst="rect">
              <a:avLst/>
            </a:prstGeom>
          </p:spPr>
        </p:pic>
        <p:cxnSp>
          <p:nvCxnSpPr>
            <p:cNvPr id="8" name="Línea"/>
            <p:cNvCxnSpPr/>
            <p:nvPr/>
          </p:nvCxnSpPr>
          <p:spPr>
            <a:xfrm>
              <a:off x="3870000" y="6156000"/>
              <a:ext cx="1260000" cy="0"/>
            </a:xfrm>
            <a:prstGeom prst="line">
              <a:avLst/>
            </a:prstGeom>
            <a:ln w="18000">
              <a:solidFill>
                <a:srgbClr val="111111"/>
              </a:solidFill>
            </a:ln>
          </p:spPr>
        </p:cxnSp>
        <p:sp>
          <p:nvSpPr>
            <p:cNvPr id="9" name="Eslogan"/>
            <p:cNvSpPr txBox="1"/>
            <p:nvPr/>
          </p:nvSpPr>
          <p:spPr>
            <a:xfrm>
              <a:off x="2709796" y="6288921"/>
              <a:ext cx="3580407" cy="42634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340" b="0" i="0">
                  <a:solidFill>
                    <a:srgbClr val="111111"/>
                  </a:solidFill>
                  <a:latin typeface="EB Garamond"/>
                </a:rPr>
                <a:t>bendecidos para bendecir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JDCEL Bq · 06 · Monograma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