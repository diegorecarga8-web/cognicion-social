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· Cruz en franjas. Una cruz latina hecha de franjas: las líneas corren de lado a lado y bajan formando curvas en U. Una tinta negra; cordón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ruz en franjas" descr="Cruz en franja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6000" y="-126000"/>
            <a:ext cx="9252000" cy="824400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320" y="8622000"/>
            <a:ext cx="3089520" cy="548640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125" y="8803080"/>
            <a:ext cx="660455" cy="545220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1988946" y="9518058"/>
            <a:ext cx="5094108" cy="2261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90" b="1" i="0" spc="482">
                <a:solidFill>
                  <a:srgbClr val="111111"/>
                </a:solidFill>
                <a:latin typeface="Archivo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13 · Cruz en franjas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