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· Corona. Corona de espinas en relieve seco (golpe seco) rodeando el monograma. La corona de esta página es una imagen de muestra del relieve; el vector para el troquel está en elementos/corona-relieve.svg. Logo y eslogan en negro 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orona de espinas (muestra del relieve seco)" descr="Corona de espinas (muestra del relieve seco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276" y="1547478"/>
            <a:ext cx="5607900" cy="5735502"/>
          </a:xfrm>
          <a:prstGeom prst="rect">
            <a:avLst/>
          </a:prstGeom>
        </p:spPr>
      </p:pic>
      <p:pic>
        <p:nvPicPr>
          <p:cNvPr id="3" name="Logo · monograma JJ (cámbialo por el original)" descr="Logo · monograma JJ (cámbialo por el original)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8480" y="2910456"/>
            <a:ext cx="1857204" cy="2916288"/>
          </a:xfrm>
          <a:prstGeom prst="rect">
            <a:avLst/>
          </a:prstGeom>
        </p:spPr>
      </p:pic>
      <p:pic>
        <p:nvPicPr>
          <p:cNvPr id="4" name="Logo · JDCEL" descr="Logo · JDCE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22332" y="7833600"/>
            <a:ext cx="4158252" cy="728064"/>
          </a:xfrm>
          <a:prstGeom prst="rect">
            <a:avLst/>
          </a:prstGeom>
        </p:spPr>
      </p:pic>
      <p:pic>
        <p:nvPicPr>
          <p:cNvPr id="5" name="Logo · Bq" descr="Logo · Bq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84993" y="8677440"/>
            <a:ext cx="868607" cy="714960"/>
          </a:xfrm>
          <a:prstGeom prst="rect">
            <a:avLst/>
          </a:prstGeom>
        </p:spPr>
      </p:pic>
      <p:sp>
        <p:nvSpPr>
          <p:cNvPr id="6" name="Eslogan"/>
          <p:cNvSpPr txBox="1"/>
          <p:nvPr/>
        </p:nvSpPr>
        <p:spPr>
          <a:xfrm>
            <a:off x="2233062" y="9465228"/>
            <a:ext cx="4533876" cy="5684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120" b="0" i="0">
                <a:solidFill>
                  <a:srgbClr val="111111"/>
                </a:solidFill>
                <a:latin typeface="EB Garamond"/>
              </a:rPr>
              <a:t>bendecidos para bendecir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01 · Corona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