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000000" cy="10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02 · Pantalla. La bolsa es un celular bloqueado: el monograma hace de reloj, el eslogan de fecha y WhatsApp/Instagram son los botones. Todo en blanco sobre cartulina negra (serigrafía o hot stamping blanco). Cordón blanco.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Relationship Id="rId12" Type="http://schemas.openxmlformats.org/officeDocument/2006/relationships/image" Target="../media/image11.png"/><Relationship Id="rId13" Type="http://schemas.openxmlformats.org/officeDocument/2006/relationships/image" Target="../media/image12.svg"/><Relationship Id="rId14" Type="http://schemas.openxmlformats.org/officeDocument/2006/relationships/image" Target="../media/image13.png"/><Relationship Id="rId15" Type="http://schemas.openxmlformats.org/officeDocument/2006/relationships/image" Target="../media/image14.svg"/><Relationship Id="rId1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Celular"/>
          <p:cNvGrpSpPr/>
          <p:nvPr/>
        </p:nvGrpSpPr>
        <p:grpSpPr>
          <a:xfrm>
            <a:off x="2232000" y="1656000"/>
            <a:ext cx="4536000" cy="8676000"/>
            <a:chOff x="2232000" y="1656000"/>
            <a:chExt cx="4536000" cy="8676000"/>
          </a:xfrm>
        </p:grpSpPr>
        <p:sp>
          <p:nvSpPr>
            <p:cNvPr id="3" name="Marco"/>
            <p:cNvSpPr/>
            <p:nvPr/>
          </p:nvSpPr>
          <p:spPr>
            <a:xfrm>
              <a:off x="2376000" y="1656000"/>
              <a:ext cx="4248000" cy="8676000"/>
            </a:xfrm>
            <a:prstGeom prst="roundRect">
              <a:avLst>
                <a:gd name="adj" fmla="val 17796"/>
              </a:avLst>
            </a:prstGeom>
            <a:noFill/>
            <a:ln w="72000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4" name="Botones laterales" descr="Botones laterales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232000" y="3078000"/>
              <a:ext cx="4536000" cy="2484000"/>
            </a:xfrm>
            <a:prstGeom prst="rect">
              <a:avLst/>
            </a:prstGeom>
          </p:spPr>
        </p:pic>
        <p:sp>
          <p:nvSpPr>
            <p:cNvPr id="5" name="Isla"/>
            <p:cNvSpPr/>
            <p:nvPr/>
          </p:nvSpPr>
          <p:spPr>
            <a:xfrm>
              <a:off x="3888000" y="1908000"/>
              <a:ext cx="1224000" cy="3780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Operador"/>
            <p:cNvSpPr txBox="1"/>
            <p:nvPr/>
          </p:nvSpPr>
          <p:spPr>
            <a:xfrm>
              <a:off x="2754000" y="2030058"/>
              <a:ext cx="1352961" cy="226195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490" b="1" i="0">
                  <a:solidFill>
                    <a:srgbClr val="FFFFFF"/>
                  </a:solidFill>
                  <a:latin typeface="Archivo"/>
                </a:rPr>
                <a:t>JDCEL</a:t>
              </a:r>
            </a:p>
          </p:txBody>
        </p:sp>
        <p:pic>
          <p:nvPicPr>
            <p:cNvPr id="7" name="Señal y batería" descr="Señal y batería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490000" y="2016000"/>
              <a:ext cx="835200" cy="216000"/>
            </a:xfrm>
            <a:prstGeom prst="rect">
              <a:avLst/>
            </a:prstGeom>
          </p:spPr>
        </p:pic>
        <p:pic>
          <p:nvPicPr>
            <p:cNvPr id="8" name="Candado" descr="Candado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338000" y="2401236"/>
              <a:ext cx="324000" cy="406764"/>
            </a:xfrm>
            <a:prstGeom prst="rect">
              <a:avLst/>
            </a:prstGeom>
          </p:spPr>
        </p:pic>
        <p:sp>
          <p:nvSpPr>
            <p:cNvPr id="9" name="Fecha (eslogan)"/>
            <p:cNvSpPr txBox="1"/>
            <p:nvPr/>
          </p:nvSpPr>
          <p:spPr>
            <a:xfrm>
              <a:off x="2646684" y="2985732"/>
              <a:ext cx="3706632" cy="465102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550" b="0" i="1">
                  <a:solidFill>
                    <a:srgbClr val="FFFFFF"/>
                  </a:solidFill>
                  <a:latin typeface="EB Garamond"/>
                </a:rPr>
                <a:t>bendecidos para bendecir</a:t>
              </a:r>
            </a:p>
          </p:txBody>
        </p:sp>
        <p:pic>
          <p:nvPicPr>
            <p:cNvPr id="10" name="Logo · monograma JJ (reloj)" descr="Logo · monograma JJ (reloj)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759840" y="3751848"/>
              <a:ext cx="1507932" cy="2363904"/>
            </a:xfrm>
            <a:prstGeom prst="rect">
              <a:avLst/>
            </a:prstGeom>
          </p:spPr>
        </p:pic>
        <p:sp>
          <p:nvSpPr>
            <p:cNvPr id="11" name="Notificación"/>
            <p:cNvSpPr/>
            <p:nvPr/>
          </p:nvSpPr>
          <p:spPr>
            <a:xfrm>
              <a:off x="2628000" y="6552000"/>
              <a:ext cx="3744000" cy="1116000"/>
            </a:xfrm>
            <a:prstGeom prst="roundRect">
              <a:avLst>
                <a:gd name="adj" fmla="val 27419"/>
              </a:avLst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Ícono de la app"/>
            <p:cNvSpPr/>
            <p:nvPr/>
          </p:nvSpPr>
          <p:spPr>
            <a:xfrm>
              <a:off x="2826000" y="6804000"/>
              <a:ext cx="612000" cy="612000"/>
            </a:xfrm>
            <a:prstGeom prst="roundRect">
              <a:avLst>
                <a:gd name="adj" fmla="val 26470"/>
              </a:avLst>
            </a:prstGeom>
            <a:solidFill>
              <a:srgbClr val="11111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3" name="Monograma del ícono" descr="Monograma del ícono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961000" y="6822900"/>
              <a:ext cx="347850" cy="529200"/>
            </a:xfrm>
            <a:prstGeom prst="rect">
              <a:avLst/>
            </a:prstGeom>
          </p:spPr>
        </p:pic>
        <p:sp>
          <p:nvSpPr>
            <p:cNvPr id="14" name="Notificación · título"/>
            <p:cNvSpPr txBox="1"/>
            <p:nvPr/>
          </p:nvSpPr>
          <p:spPr>
            <a:xfrm>
              <a:off x="3600000" y="6864156"/>
              <a:ext cx="1656810" cy="26928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560" b="1" i="0">
                  <a:solidFill>
                    <a:srgbClr val="111111"/>
                  </a:solidFill>
                  <a:latin typeface="Archivo"/>
                </a:rPr>
                <a:t>JDCEL </a:t>
              </a:r>
              <a:r>
                <a:rPr sz="1770" b="0" i="0">
                  <a:solidFill>
                    <a:srgbClr val="111111"/>
                  </a:solidFill>
                  <a:latin typeface="Playball"/>
                </a:rPr>
                <a:t>Bq</a:t>
              </a:r>
            </a:p>
          </p:txBody>
        </p:sp>
        <p:sp>
          <p:nvSpPr>
            <p:cNvPr id="15" name="Notificación · hora"/>
            <p:cNvSpPr txBox="1"/>
            <p:nvPr/>
          </p:nvSpPr>
          <p:spPr>
            <a:xfrm>
              <a:off x="5018805" y="6887862"/>
              <a:ext cx="1155195" cy="204653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1350" b="0" i="0">
                  <a:solidFill>
                    <a:srgbClr val="666666"/>
                  </a:solidFill>
                  <a:latin typeface="Archivo"/>
                </a:rPr>
                <a:t>ahora</a:t>
              </a:r>
            </a:p>
          </p:txBody>
        </p:sp>
        <p:sp>
          <p:nvSpPr>
            <p:cNvPr id="16" name="Notificación · mensaje"/>
            <p:cNvSpPr txBox="1"/>
            <p:nvPr/>
          </p:nvSpPr>
          <p:spPr>
            <a:xfrm>
              <a:off x="3600000" y="7135425"/>
              <a:ext cx="2753325" cy="322988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770" b="0" i="0">
                  <a:solidFill>
                    <a:srgbClr val="111111"/>
                  </a:solidFill>
                  <a:latin typeface="EB Garamond"/>
                </a:rPr>
                <a:t>¡Gracias por tu compra!</a:t>
              </a:r>
            </a:p>
          </p:txBody>
        </p:sp>
        <p:sp>
          <p:nvSpPr>
            <p:cNvPr id="17" name="Botón WhatsApp"/>
            <p:cNvSpPr/>
            <p:nvPr/>
          </p:nvSpPr>
          <p:spPr>
            <a:xfrm>
              <a:off x="2754000" y="9054000"/>
              <a:ext cx="756000" cy="756000"/>
            </a:xfrm>
            <a:prstGeom prst="ellipse">
              <a:avLst/>
            </a:prstGeom>
            <a:noFill/>
            <a:ln w="28800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Botón Instagram"/>
            <p:cNvSpPr/>
            <p:nvPr/>
          </p:nvSpPr>
          <p:spPr>
            <a:xfrm>
              <a:off x="5490000" y="9054000"/>
              <a:ext cx="756000" cy="756000"/>
            </a:xfrm>
            <a:prstGeom prst="ellipse">
              <a:avLst/>
            </a:prstGeom>
            <a:noFill/>
            <a:ln w="28800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9" name="Ícono WhatsApp" descr="Ícono WhatsApp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946690" y="9246546"/>
              <a:ext cx="371304" cy="370908"/>
            </a:xfrm>
            <a:prstGeom prst="rect">
              <a:avLst/>
            </a:prstGeom>
          </p:spPr>
        </p:pic>
        <p:pic>
          <p:nvPicPr>
            <p:cNvPr id="20" name="Ícono Instagram" descr="Ícono Instagram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5685822" y="9249822"/>
              <a:ext cx="364356" cy="364356"/>
            </a:xfrm>
            <a:prstGeom prst="rect">
              <a:avLst/>
            </a:prstGeom>
          </p:spPr>
        </p:pic>
        <p:sp>
          <p:nvSpPr>
            <p:cNvPr id="21" name="Barra de inicio"/>
            <p:cNvSpPr/>
            <p:nvPr/>
          </p:nvSpPr>
          <p:spPr>
            <a:xfrm>
              <a:off x="3690000" y="10026000"/>
              <a:ext cx="1620000" cy="900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JDCEL Bq · 02 · Pantalla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