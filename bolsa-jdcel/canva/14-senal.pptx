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· Señal. La señal de wifi en gigante, en blanco sobre la bolsa negra: dice «celulares» y también una bendición que se comparte. Blanco sobre cartulina negra; cordón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ñal (wifi)" descr="Señal (wifi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2080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FFFFFF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14 · Señal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