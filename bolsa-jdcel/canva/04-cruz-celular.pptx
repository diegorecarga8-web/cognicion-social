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svg" ContentType="image/svg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000000" cy="10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04 · Cruz en el celular. La cruz aparece en el espacio blanco que parte la silueta del celular. Una tinta negra; fuelles negros.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Celular con la cruz" descr="Celular con la cruz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36000" y="1422000"/>
            <a:ext cx="3528000" cy="6516000"/>
          </a:xfrm>
          <a:prstGeom prst="rect">
            <a:avLst/>
          </a:prstGeom>
        </p:spPr>
      </p:pic>
      <p:pic>
        <p:nvPicPr>
          <p:cNvPr id="3" name="Logo · JDCEL" descr="Logo · JDCEL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03468" y="8402400"/>
            <a:ext cx="3547548" cy="625536"/>
          </a:xfrm>
          <a:prstGeom prst="rect">
            <a:avLst/>
          </a:prstGeom>
        </p:spPr>
      </p:pic>
      <p:pic>
        <p:nvPicPr>
          <p:cNvPr id="4" name="Logo · Bq" descr="Logo · Bq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82950" y="8583696"/>
            <a:ext cx="785346" cy="647064"/>
          </a:xfrm>
          <a:prstGeom prst="rect">
            <a:avLst/>
          </a:prstGeom>
        </p:spPr>
      </p:pic>
      <p:sp>
        <p:nvSpPr>
          <p:cNvPr id="5" name="Eslogan"/>
          <p:cNvSpPr txBox="1"/>
          <p:nvPr/>
        </p:nvSpPr>
        <p:spPr>
          <a:xfrm>
            <a:off x="2319741" y="9375354"/>
            <a:ext cx="4360518" cy="5426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2980" b="0" i="0">
                <a:solidFill>
                  <a:srgbClr val="111111"/>
                </a:solidFill>
                <a:latin typeface="EB Garamond"/>
              </a:rPr>
              <a:t>bendecidos para bendecir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JDCEL Bq · 04 · Cruz en el celular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