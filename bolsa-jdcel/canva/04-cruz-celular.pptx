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Cruz en el celular. La cruz aparece en el espacio blanco que parte la silueta del celular. Una tinta negra; fuelles negros.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elular con la cruz" descr="Celular con la cruz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6000" y="1422000"/>
            <a:ext cx="3528000" cy="651600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3468" y="8402400"/>
            <a:ext cx="3547548" cy="625536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2950" y="8583696"/>
            <a:ext cx="785346" cy="647064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2319741" y="9375354"/>
            <a:ext cx="4360518" cy="5426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980" b="0" i="0">
                <a:solidFill>
                  <a:srgbClr val="111111"/>
                </a:solidFill>
                <a:latin typeface="EB Garamond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04 · Cruz en el celular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