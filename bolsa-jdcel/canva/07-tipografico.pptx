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Tipográfico. El eslogan como protagonista; Génesis 12:2 es el versículo del que sale «bendecidos para bendecir». En el fuelle va el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080" y="1647576"/>
            <a:ext cx="859284" cy="1338048"/>
          </a:xfrm>
          <a:prstGeom prst="rect">
            <a:avLst/>
          </a:prstGeom>
        </p:spPr>
      </p:pic>
      <p:grpSp>
        <p:nvGrpSpPr>
          <p:cNvPr id="3" name="Eslogan grande"/>
          <p:cNvGrpSpPr/>
          <p:nvPr/>
        </p:nvGrpSpPr>
        <p:grpSpPr>
          <a:xfrm>
            <a:off x="836740" y="4402800"/>
            <a:ext cx="7362261" cy="3081024"/>
            <a:chOff x="836740" y="4402800"/>
            <a:chExt cx="7362261" cy="3081024"/>
          </a:xfrm>
        </p:grpSpPr>
        <p:pic>
          <p:nvPicPr>
            <p:cNvPr id="4" name="BENDECIDOS" descr="BENDECIDOS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6740" y="4402800"/>
              <a:ext cx="7358738" cy="702432"/>
            </a:xfrm>
            <a:prstGeom prst="rect">
              <a:avLst/>
            </a:prstGeom>
          </p:spPr>
        </p:pic>
        <p:pic>
          <p:nvPicPr>
            <p:cNvPr id="5" name="para" descr="para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3946" y="5460588"/>
              <a:ext cx="2538828" cy="953748"/>
            </a:xfrm>
            <a:prstGeom prst="rect">
              <a:avLst/>
            </a:prstGeom>
          </p:spPr>
        </p:pic>
        <p:pic>
          <p:nvPicPr>
            <p:cNvPr id="6" name="BENDECIR" descr="BENDECIR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3916" y="6627600"/>
              <a:ext cx="7345085" cy="856224"/>
            </a:xfrm>
            <a:prstGeom prst="rect">
              <a:avLst/>
            </a:prstGeom>
          </p:spPr>
        </p:pic>
      </p:grpSp>
      <p:cxnSp>
        <p:nvCxnSpPr>
          <p:cNvPr id="7" name="Línea"/>
          <p:cNvCxnSpPr/>
          <p:nvPr/>
        </p:nvCxnSpPr>
        <p:spPr>
          <a:xfrm>
            <a:off x="792000" y="8532000"/>
            <a:ext cx="7416000" cy="0"/>
          </a:xfrm>
          <a:prstGeom prst="line">
            <a:avLst/>
          </a:prstGeom>
          <a:ln w="18000">
            <a:solidFill>
              <a:srgbClr val="111111"/>
            </a:solidFill>
          </a:ln>
        </p:spPr>
      </p:cxnSp>
      <p:pic>
        <p:nvPicPr>
          <p:cNvPr id="8" name="Logo · JDCEL" descr="Logo · JDCEL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296" y="8978400"/>
            <a:ext cx="2020788" cy="369216"/>
          </a:xfrm>
          <a:prstGeom prst="rect">
            <a:avLst/>
          </a:prstGeom>
        </p:spPr>
      </p:pic>
      <p:pic>
        <p:nvPicPr>
          <p:cNvPr id="9" name="Logo · Bq" descr="Logo · Bq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72242" y="9015336"/>
            <a:ext cx="577194" cy="477324"/>
          </a:xfrm>
          <a:prstGeom prst="rect">
            <a:avLst/>
          </a:prstGeom>
        </p:spPr>
      </p:pic>
      <p:sp>
        <p:nvSpPr>
          <p:cNvPr id="10" name="Cita"/>
          <p:cNvSpPr txBox="1"/>
          <p:nvPr/>
        </p:nvSpPr>
        <p:spPr>
          <a:xfrm>
            <a:off x="6163776" y="9015984"/>
            <a:ext cx="2044224" cy="4134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270" b="0" i="1">
                <a:solidFill>
                  <a:srgbClr val="111111"/>
                </a:solidFill>
                <a:latin typeface="EB Garamond"/>
              </a:rPr>
              <a:t>Génesis 12:2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07 · Tipográfico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