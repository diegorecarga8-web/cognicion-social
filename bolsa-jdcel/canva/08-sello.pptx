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2.svg" ContentType="image/svg+xml"/>
  <Override PartName="/ppt/media/image4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000000" cy="10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08 · Sello. Sello circular en blanco sobre negro. El mismo sello sirve de sticker para cerrar bolsas y cajas. Para cambiar las palabras del anillo en Canva, usa un texto con el efecto «Curvar».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Sello (anillos y texto curvo)" descr="Sello (anillos y texto curvo)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70636" y="2226600"/>
            <a:ext cx="6058764" cy="6058800"/>
          </a:xfrm>
          <a:prstGeom prst="rect">
            <a:avLst/>
          </a:prstGeom>
        </p:spPr>
      </p:pic>
      <p:pic>
        <p:nvPicPr>
          <p:cNvPr id="3" name="Logo · monograma JJ (cámbialo por el original)" descr="Logo · monograma JJ (cámbialo por el original)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674160" y="3817152"/>
            <a:ext cx="1682568" cy="264009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JDCEL Bq · 08 · Sello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