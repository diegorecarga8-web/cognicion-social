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Reverso. Cara trasera para cualquier opción. Cambia los textos entre corchetes por los datos reales y reemplaza el QR de ejemplo por uno real (por ejemplo, un enlace wa.me al número de la tienda).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120" y="1921464"/>
            <a:ext cx="959076" cy="1495872"/>
          </a:xfrm>
          <a:prstGeom prst="rect">
            <a:avLst/>
          </a:prstGeom>
        </p:spPr>
      </p:pic>
      <p:cxnSp>
        <p:nvCxnSpPr>
          <p:cNvPr id="3" name="Línea"/>
          <p:cNvCxnSpPr/>
          <p:nvPr/>
        </p:nvCxnSpPr>
        <p:spPr>
          <a:xfrm>
            <a:off x="2304000" y="3924000"/>
            <a:ext cx="4392000" cy="0"/>
          </a:xfrm>
          <a:prstGeom prst="line">
            <a:avLst/>
          </a:prstGeom>
          <a:ln w="18000">
            <a:solidFill>
              <a:srgbClr val="111111"/>
            </a:solidFill>
          </a:ln>
        </p:spPr>
      </p:cxnSp>
      <p:pic>
        <p:nvPicPr>
          <p:cNvPr id="4" name="Ícono WhatsApp" descr="Ícono WhatsA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2252" y="4392090"/>
            <a:ext cx="432288" cy="431802"/>
          </a:xfrm>
          <a:prstGeom prst="rect">
            <a:avLst/>
          </a:prstGeom>
        </p:spPr>
      </p:pic>
      <p:sp>
        <p:nvSpPr>
          <p:cNvPr id="5" name="WhatsApp"/>
          <p:cNvSpPr txBox="1"/>
          <p:nvPr/>
        </p:nvSpPr>
        <p:spPr>
          <a:xfrm>
            <a:off x="3024000" y="4384116"/>
            <a:ext cx="2799000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[tu número]</a:t>
            </a:r>
          </a:p>
        </p:txBody>
      </p:sp>
      <p:pic>
        <p:nvPicPr>
          <p:cNvPr id="6" name="Ícono Instagram" descr="Ícono Instagra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25978" y="5115978"/>
            <a:ext cx="424044" cy="424044"/>
          </a:xfrm>
          <a:prstGeom prst="rect">
            <a:avLst/>
          </a:prstGeom>
        </p:spPr>
      </p:pic>
      <p:sp>
        <p:nvSpPr>
          <p:cNvPr id="7" name="Instagram"/>
          <p:cNvSpPr txBox="1"/>
          <p:nvPr/>
        </p:nvSpPr>
        <p:spPr>
          <a:xfrm>
            <a:off x="3024000" y="5104116"/>
            <a:ext cx="3275280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[@tu_usuario]</a:t>
            </a:r>
          </a:p>
        </p:txBody>
      </p:sp>
      <p:pic>
        <p:nvPicPr>
          <p:cNvPr id="8" name="Ícono ubicación" descr="Ícono ubicació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68890" y="5841864"/>
            <a:ext cx="338220" cy="427914"/>
          </a:xfrm>
          <a:prstGeom prst="rect">
            <a:avLst/>
          </a:prstGeom>
        </p:spPr>
      </p:pic>
      <p:sp>
        <p:nvSpPr>
          <p:cNvPr id="9" name="Dirección"/>
          <p:cNvSpPr txBox="1"/>
          <p:nvPr/>
        </p:nvSpPr>
        <p:spPr>
          <a:xfrm>
            <a:off x="3024000" y="5824116"/>
            <a:ext cx="4238424" cy="452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80" b="1" i="0">
                <a:solidFill>
                  <a:srgbClr val="111111"/>
                </a:solidFill>
                <a:latin typeface="Archivo"/>
              </a:rPr>
              <a:t>[dirección del local]</a:t>
            </a:r>
          </a:p>
        </p:txBody>
      </p:sp>
      <p:pic>
        <p:nvPicPr>
          <p:cNvPr id="10" name="Código QR (de ejemplo)" descr="Código QR (de ejemplo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10000" y="6714000"/>
            <a:ext cx="1980000" cy="1980000"/>
          </a:xfrm>
          <a:prstGeom prst="rect">
            <a:avLst/>
          </a:prstGeom>
        </p:spPr>
      </p:pic>
      <p:sp>
        <p:nvSpPr>
          <p:cNvPr id="11" name="Texto del QR"/>
          <p:cNvSpPr txBox="1"/>
          <p:nvPr/>
        </p:nvSpPr>
        <p:spPr>
          <a:xfrm>
            <a:off x="2213010" y="8836110"/>
            <a:ext cx="4573980" cy="3875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130" b="0" i="0">
                <a:solidFill>
                  <a:srgbClr val="111111"/>
                </a:solidFill>
                <a:latin typeface="EB Garamond"/>
              </a:rPr>
              <a:t>escanéalo y escríbenos por WhatsApp</a:t>
            </a:r>
          </a:p>
        </p:txBody>
      </p:sp>
      <p:sp>
        <p:nvSpPr>
          <p:cNvPr id="12" name="Eslogan"/>
          <p:cNvSpPr txBox="1"/>
          <p:nvPr/>
        </p:nvSpPr>
        <p:spPr>
          <a:xfrm>
            <a:off x="2397798" y="9807354"/>
            <a:ext cx="4204404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1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09 · Reverso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