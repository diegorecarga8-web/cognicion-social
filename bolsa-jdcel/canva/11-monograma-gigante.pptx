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Monograma gigante. El monograma de la marca en gigante y recortado por los bordes, como el símbolo de la referencia. Una tinta negra; cordón blanco.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Monograma gigante (recortado)" descr="Monograma gigante (recortado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60800" y="-126000"/>
            <a:ext cx="5788458" cy="777564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111111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11 · Monograma gigante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