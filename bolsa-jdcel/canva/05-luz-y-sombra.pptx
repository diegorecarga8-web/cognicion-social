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· Luz y sombra. Mitad negra, mitad blanca: todo cambia de color al cruzar la línea (Juan 1:5). El logo y el eslogan partidos van como gráficos de dos colores.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itad negra"/>
          <p:cNvSpPr/>
          <p:nvPr/>
        </p:nvSpPr>
        <p:spPr>
          <a:xfrm>
            <a:off x="0" y="0"/>
            <a:ext cx="4500000" cy="1080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Logo partido (blanco | negro)" descr="Logo partido (blanco | negro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3480" y="1946592"/>
            <a:ext cx="4616280" cy="6482268"/>
          </a:xfrm>
          <a:prstGeom prst="rect">
            <a:avLst/>
          </a:prstGeom>
        </p:spPr>
      </p:pic>
      <p:pic>
        <p:nvPicPr>
          <p:cNvPr id="4" name="Eslogan partido (blanco | negro)" descr="Eslogan partido (blanco | negro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95016" y="9410130"/>
            <a:ext cx="4014540" cy="4458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05 · Luz y sombra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