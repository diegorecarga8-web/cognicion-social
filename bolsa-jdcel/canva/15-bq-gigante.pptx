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4.svg" ContentType="image/svg+xml"/>
  <Override PartName="/ppt/media/image6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000000" cy="10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15 · Bq gigante. La «Bq» del logo en caligrafía gigante, recortada por los bordes. Blanco sobre cartulina negra; cordón negro.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Relationship Id="rId7" Type="http://schemas.openxmlformats.org/officeDocument/2006/relationships/image" Target="../media/image6.svg"/><Relationship Id="rId8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Bq gigante (recortada)" descr="Bq gigante (recortada)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26000" y="-126000"/>
            <a:ext cx="9252000" cy="8823600"/>
          </a:xfrm>
          <a:prstGeom prst="rect">
            <a:avLst/>
          </a:prstGeom>
        </p:spPr>
      </p:pic>
      <p:pic>
        <p:nvPicPr>
          <p:cNvPr id="3" name="Logo · JDCEL" descr="Logo · JDCEL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524320" y="8622000"/>
            <a:ext cx="3089520" cy="548640"/>
          </a:xfrm>
          <a:prstGeom prst="rect">
            <a:avLst/>
          </a:prstGeom>
        </p:spPr>
      </p:pic>
      <p:pic>
        <p:nvPicPr>
          <p:cNvPr id="4" name="Logo · Bq" descr="Logo · Bq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924125" y="8803080"/>
            <a:ext cx="660455" cy="545220"/>
          </a:xfrm>
          <a:prstGeom prst="rect">
            <a:avLst/>
          </a:prstGeom>
        </p:spPr>
      </p:pic>
      <p:sp>
        <p:nvSpPr>
          <p:cNvPr id="5" name="Eslogan"/>
          <p:cNvSpPr txBox="1"/>
          <p:nvPr/>
        </p:nvSpPr>
        <p:spPr>
          <a:xfrm>
            <a:off x="1988946" y="9518058"/>
            <a:ext cx="5094108" cy="22619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>
              <a:lnSpc>
                <a:spcPct val="100000"/>
              </a:lnSpc>
            </a:pPr>
            <a:r>
              <a:rPr sz="1490" b="1" i="0" spc="482">
                <a:solidFill>
                  <a:srgbClr val="FFFFFF"/>
                </a:solidFill>
                <a:latin typeface="Archivo"/>
              </a:rPr>
              <a:t>BENDECIDOS PARA BENDECIR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JDCEL Bq · 15 · Bq gigante</dc:title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