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· JJ en cinta. La J del logo dibujada como una cinta gruesa, dos veces y una dentro de la otra, con curvas como las de la referencia. Una tinta negra; cordón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J en cinta" descr="JJ en cinta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6000" y="-126000"/>
            <a:ext cx="8424000" cy="817182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320" y="8622000"/>
            <a:ext cx="3089520" cy="548640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125" y="8803080"/>
            <a:ext cx="660455" cy="545220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1988946" y="9518058"/>
            <a:ext cx="5094108" cy="2261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90" b="1" i="0" spc="482">
                <a:solidFill>
                  <a:srgbClr val="111111"/>
                </a:solidFill>
                <a:latin typeface="Archivo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12 · JJ en cinta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