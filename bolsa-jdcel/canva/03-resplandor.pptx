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Resplandor. Rayos alrededor del monograma: se leen como luz y como señal. Una sola tinta negra.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splandor (rayos)" descr="Resplandor (rayos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000" y="1386000"/>
            <a:ext cx="6156000" cy="6156000"/>
          </a:xfrm>
          <a:prstGeom prst="rect">
            <a:avLst/>
          </a:prstGeom>
        </p:spPr>
      </p:pic>
      <p:pic>
        <p:nvPicPr>
          <p:cNvPr id="3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8800" y="3261960"/>
            <a:ext cx="1408140" cy="2206080"/>
          </a:xfrm>
          <a:prstGeom prst="rect">
            <a:avLst/>
          </a:prstGeom>
        </p:spPr>
      </p:pic>
      <p:pic>
        <p:nvPicPr>
          <p:cNvPr id="4" name="Logo · JDCEL" descr="Logo · JDCE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51184" y="7873200"/>
            <a:ext cx="3700224" cy="651168"/>
          </a:xfrm>
          <a:prstGeom prst="rect">
            <a:avLst/>
          </a:prstGeom>
        </p:spPr>
      </p:pic>
      <p:pic>
        <p:nvPicPr>
          <p:cNvPr id="5" name="Logo · Bq" descr="Logo · Bq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4694" y="8655696"/>
            <a:ext cx="785346" cy="647064"/>
          </a:xfrm>
          <a:prstGeom prst="rect">
            <a:avLst/>
          </a:prstGeom>
        </p:spPr>
      </p:pic>
      <p:sp>
        <p:nvSpPr>
          <p:cNvPr id="6" name="Eslogan"/>
          <p:cNvSpPr txBox="1"/>
          <p:nvPr/>
        </p:nvSpPr>
        <p:spPr>
          <a:xfrm>
            <a:off x="2319741" y="9447354"/>
            <a:ext cx="4360518" cy="5426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980" b="0" i="0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03 · Resplandor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